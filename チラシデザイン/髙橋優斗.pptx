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264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34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6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46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83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629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39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45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31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99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4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08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028D4-67E1-4537-B049-73A8F8FA2426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38E3C-1DFE-42D3-A79F-CC46D5C405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55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2275C05-D963-972D-FB25-9983F527F28E}"/>
              </a:ext>
            </a:extLst>
          </p:cNvPr>
          <p:cNvSpPr/>
          <p:nvPr/>
        </p:nvSpPr>
        <p:spPr>
          <a:xfrm>
            <a:off x="-33728" y="0"/>
            <a:ext cx="7593403" cy="84362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C2FDFC8-6660-DC51-3357-B4DE60309C3E}"/>
              </a:ext>
            </a:extLst>
          </p:cNvPr>
          <p:cNvSpPr/>
          <p:nvPr/>
        </p:nvSpPr>
        <p:spPr>
          <a:xfrm>
            <a:off x="0" y="8772107"/>
            <a:ext cx="7556825" cy="15134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7E0EDC5-C5BB-10E3-67A1-BDE583C81788}"/>
              </a:ext>
            </a:extLst>
          </p:cNvPr>
          <p:cNvSpPr/>
          <p:nvPr/>
        </p:nvSpPr>
        <p:spPr>
          <a:xfrm>
            <a:off x="0" y="2731814"/>
            <a:ext cx="3779837" cy="1462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758F231-8E6D-FAEF-8DCE-D580B09150FF}"/>
              </a:ext>
            </a:extLst>
          </p:cNvPr>
          <p:cNvSpPr/>
          <p:nvPr/>
        </p:nvSpPr>
        <p:spPr>
          <a:xfrm>
            <a:off x="4688885" y="2710413"/>
            <a:ext cx="2870790" cy="14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065A81-210C-3642-E51F-2E04E414CC4C}"/>
              </a:ext>
            </a:extLst>
          </p:cNvPr>
          <p:cNvSpPr txBox="1"/>
          <p:nvPr/>
        </p:nvSpPr>
        <p:spPr>
          <a:xfrm>
            <a:off x="224851" y="1229655"/>
            <a:ext cx="6985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b="1" dirty="0"/>
              <a:t>プログラミング基礎</a:t>
            </a:r>
            <a:endParaRPr kumimoji="1" lang="en-US" altLang="ja-JP" sz="3600" b="1" dirty="0"/>
          </a:p>
          <a:p>
            <a:pPr algn="ctr"/>
            <a:r>
              <a:rPr kumimoji="1" lang="ja-JP" altLang="en-US" sz="3600" b="1" dirty="0"/>
              <a:t>アプリ活用（オンライン）科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F7EB53-7306-985A-4009-B2D96AAB0114}"/>
              </a:ext>
            </a:extLst>
          </p:cNvPr>
          <p:cNvSpPr txBox="1"/>
          <p:nvPr/>
        </p:nvSpPr>
        <p:spPr>
          <a:xfrm>
            <a:off x="0" y="201925"/>
            <a:ext cx="5711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※</a:t>
            </a:r>
            <a:r>
              <a:rPr kumimoji="1" lang="zh-TW" altLang="en-US" sz="2000" dirty="0"/>
              <a:t>東京都職業訓練</a:t>
            </a:r>
            <a:endParaRPr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7EA998-93C9-B3CB-87D8-D96C318CB17B}"/>
              </a:ext>
            </a:extLst>
          </p:cNvPr>
          <p:cNvSpPr txBox="1"/>
          <p:nvPr/>
        </p:nvSpPr>
        <p:spPr>
          <a:xfrm>
            <a:off x="-67454" y="3179063"/>
            <a:ext cx="38472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IT</a:t>
            </a:r>
            <a:r>
              <a:rPr kumimoji="1" lang="ja-JP" altLang="en-US" sz="2000" dirty="0"/>
              <a:t>パスポート取得</a:t>
            </a:r>
            <a:endParaRPr kumimoji="1" lang="en-US" altLang="ja-JP" sz="2000" dirty="0"/>
          </a:p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MOS Specialist</a:t>
            </a:r>
            <a:r>
              <a:rPr kumimoji="1" lang="ja-JP" altLang="en-US" sz="2000" dirty="0"/>
              <a:t>（</a:t>
            </a:r>
            <a:r>
              <a:rPr kumimoji="1" lang="en-US" altLang="ja-JP" sz="2000" dirty="0"/>
              <a:t>Excel</a:t>
            </a:r>
            <a:r>
              <a:rPr kumimoji="1" lang="ja-JP" altLang="en-US" sz="2000" dirty="0"/>
              <a:t>）以上</a:t>
            </a:r>
            <a:endParaRPr kumimoji="1" lang="en-US" altLang="ja-JP" sz="2000" dirty="0"/>
          </a:p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Web</a:t>
            </a:r>
            <a:r>
              <a:rPr kumimoji="1" lang="ja-JP" altLang="en-US" sz="2000" dirty="0"/>
              <a:t>サイト構築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0DE2F6A-0792-A70D-DC5B-8EEBC292E830}"/>
              </a:ext>
            </a:extLst>
          </p:cNvPr>
          <p:cNvSpPr txBox="1"/>
          <p:nvPr/>
        </p:nvSpPr>
        <p:spPr>
          <a:xfrm>
            <a:off x="509666" y="2731814"/>
            <a:ext cx="3642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完全取得！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A34106-8C4E-9037-4FC8-C57DA2191919}"/>
              </a:ext>
            </a:extLst>
          </p:cNvPr>
          <p:cNvSpPr txBox="1"/>
          <p:nvPr/>
        </p:nvSpPr>
        <p:spPr>
          <a:xfrm>
            <a:off x="4688885" y="3179063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8</a:t>
            </a:r>
            <a:r>
              <a:rPr kumimoji="1" lang="ja-JP" altLang="en-US" sz="2000" dirty="0"/>
              <a:t>割オンライン授業</a:t>
            </a:r>
            <a:endParaRPr kumimoji="1" lang="en-US" altLang="ja-JP" sz="2000" dirty="0"/>
          </a:p>
          <a:p>
            <a:r>
              <a:rPr kumimoji="1" lang="ja-JP" altLang="en-US" sz="2000" dirty="0"/>
              <a:t>・動画アーカイブ復習</a:t>
            </a:r>
            <a:endParaRPr kumimoji="1" lang="en-US" altLang="ja-JP" sz="2000" dirty="0"/>
          </a:p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24</a:t>
            </a:r>
            <a:r>
              <a:rPr kumimoji="1" lang="ja-JP" altLang="en-US" sz="2000" dirty="0"/>
              <a:t>時間質問可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DBACF5-1DFC-3E1A-201F-BC54DD823EA2}"/>
              </a:ext>
            </a:extLst>
          </p:cNvPr>
          <p:cNvSpPr txBox="1"/>
          <p:nvPr/>
        </p:nvSpPr>
        <p:spPr>
          <a:xfrm>
            <a:off x="4958710" y="2710413"/>
            <a:ext cx="3237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ここがすごい！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FCD2C79-360B-164F-DE0C-92BF29DD1751}"/>
              </a:ext>
            </a:extLst>
          </p:cNvPr>
          <p:cNvSpPr/>
          <p:nvPr/>
        </p:nvSpPr>
        <p:spPr>
          <a:xfrm>
            <a:off x="2536373" y="52125"/>
            <a:ext cx="755575" cy="756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926E3A-136E-CFDD-8136-45B04BDF63A1}"/>
              </a:ext>
            </a:extLst>
          </p:cNvPr>
          <p:cNvSpPr/>
          <p:nvPr/>
        </p:nvSpPr>
        <p:spPr>
          <a:xfrm>
            <a:off x="3339772" y="67115"/>
            <a:ext cx="755575" cy="756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5D3305A-9E9D-D14B-91FB-F6397A881BDA}"/>
              </a:ext>
            </a:extLst>
          </p:cNvPr>
          <p:cNvSpPr/>
          <p:nvPr/>
        </p:nvSpPr>
        <p:spPr>
          <a:xfrm>
            <a:off x="4138890" y="67115"/>
            <a:ext cx="755576" cy="741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E8A396C-1D55-B211-FBAE-708485B12D4E}"/>
              </a:ext>
            </a:extLst>
          </p:cNvPr>
          <p:cNvSpPr/>
          <p:nvPr/>
        </p:nvSpPr>
        <p:spPr>
          <a:xfrm>
            <a:off x="4946570" y="67116"/>
            <a:ext cx="755576" cy="741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BF9E2B6-284A-239A-0183-18057B3AA28B}"/>
              </a:ext>
            </a:extLst>
          </p:cNvPr>
          <p:cNvSpPr/>
          <p:nvPr/>
        </p:nvSpPr>
        <p:spPr>
          <a:xfrm>
            <a:off x="5762109" y="67116"/>
            <a:ext cx="755576" cy="741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D46E6AE-0007-9766-2EDC-4232B5297856}"/>
              </a:ext>
            </a:extLst>
          </p:cNvPr>
          <p:cNvSpPr/>
          <p:nvPr/>
        </p:nvSpPr>
        <p:spPr>
          <a:xfrm>
            <a:off x="6577648" y="67116"/>
            <a:ext cx="755576" cy="741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53FFF37-B2A9-EAEF-EE3D-E40181A73642}"/>
              </a:ext>
            </a:extLst>
          </p:cNvPr>
          <p:cNvSpPr txBox="1"/>
          <p:nvPr/>
        </p:nvSpPr>
        <p:spPr>
          <a:xfrm rot="20745763">
            <a:off x="1332971" y="4921799"/>
            <a:ext cx="1046440" cy="35426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2800" b="1" dirty="0"/>
              <a:t>目指せ！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思い描く理想の姿へ</a:t>
            </a:r>
            <a:endParaRPr kumimoji="1" lang="en-US" altLang="ja-JP" sz="2800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292D6AB-7A50-85C3-AC9E-0D57C4D2CB13}"/>
              </a:ext>
            </a:extLst>
          </p:cNvPr>
          <p:cNvSpPr txBox="1"/>
          <p:nvPr/>
        </p:nvSpPr>
        <p:spPr>
          <a:xfrm rot="1095851">
            <a:off x="4276549" y="4751124"/>
            <a:ext cx="2650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＼初心者大歓迎／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CDC851A-5D56-6BB9-FD1F-C1FE06789E8E}"/>
              </a:ext>
            </a:extLst>
          </p:cNvPr>
          <p:cNvSpPr txBox="1"/>
          <p:nvPr/>
        </p:nvSpPr>
        <p:spPr>
          <a:xfrm>
            <a:off x="1127296" y="9809083"/>
            <a:ext cx="3940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会場｜泉岳寺駅前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2F044A4-8594-BF74-3AC6-B1426839E4C7}"/>
              </a:ext>
            </a:extLst>
          </p:cNvPr>
          <p:cNvSpPr txBox="1"/>
          <p:nvPr/>
        </p:nvSpPr>
        <p:spPr>
          <a:xfrm>
            <a:off x="2850" y="8772107"/>
            <a:ext cx="76271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説明会日時｜〇月〇日 〇時～</a:t>
            </a:r>
            <a:endParaRPr kumimoji="1" lang="en-US" altLang="ja-JP" sz="2800" b="1" dirty="0"/>
          </a:p>
          <a:p>
            <a:pPr algn="ctr"/>
            <a:r>
              <a:rPr kumimoji="1" lang="ja-JP" altLang="en-US" sz="2000" b="1" dirty="0"/>
              <a:t>　　　　　　　　</a:t>
            </a:r>
            <a:r>
              <a:rPr kumimoji="1" lang="ja-JP" altLang="en-US" sz="2800" b="1" dirty="0"/>
              <a:t>〇月〇日 〇時～</a:t>
            </a:r>
            <a:r>
              <a:rPr kumimoji="1" lang="ja-JP" altLang="en-US" sz="2000" b="1" dirty="0"/>
              <a:t>（オンライン参加</a:t>
            </a:r>
            <a:r>
              <a:rPr kumimoji="1" lang="en-US" altLang="ja-JP" sz="2000" b="1" dirty="0"/>
              <a:t>OK</a:t>
            </a:r>
            <a:r>
              <a:rPr kumimoji="1" lang="ja-JP" altLang="en-US" sz="20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69017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D5EB5A1-1C6A-BA39-E667-4F6EB7D69B65}"/>
              </a:ext>
            </a:extLst>
          </p:cNvPr>
          <p:cNvSpPr/>
          <p:nvPr/>
        </p:nvSpPr>
        <p:spPr>
          <a:xfrm>
            <a:off x="239841" y="1124263"/>
            <a:ext cx="7045377" cy="7839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08D170-A72F-EF47-7FE1-FF9D16A42254}"/>
              </a:ext>
            </a:extLst>
          </p:cNvPr>
          <p:cNvSpPr txBox="1"/>
          <p:nvPr/>
        </p:nvSpPr>
        <p:spPr>
          <a:xfrm>
            <a:off x="274457" y="4137285"/>
            <a:ext cx="6805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/>
              <a:t>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EC569B6-5A43-2E76-5C0E-303730BC3310}"/>
              </a:ext>
            </a:extLst>
          </p:cNvPr>
          <p:cNvSpPr txBox="1"/>
          <p:nvPr/>
        </p:nvSpPr>
        <p:spPr>
          <a:xfrm>
            <a:off x="0" y="9167440"/>
            <a:ext cx="65010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実施期間｜</a:t>
            </a:r>
            <a:r>
              <a:rPr kumimoji="1" lang="en-US" altLang="ja-JP" sz="2400" b="1" dirty="0"/>
              <a:t>2026</a:t>
            </a:r>
            <a:r>
              <a:rPr kumimoji="1" lang="ja-JP" altLang="en-US" sz="2400" b="1" dirty="0"/>
              <a:t>年</a:t>
            </a:r>
            <a:r>
              <a:rPr kumimoji="1" lang="en-US" altLang="ja-JP" sz="2400" b="1" dirty="0"/>
              <a:t>7</a:t>
            </a:r>
            <a:r>
              <a:rPr kumimoji="1" lang="ja-JP" altLang="en-US" sz="2400" b="1" dirty="0"/>
              <a:t>月～</a:t>
            </a:r>
            <a:r>
              <a:rPr kumimoji="1" lang="en-US" altLang="ja-JP" sz="2400" b="1" dirty="0"/>
              <a:t>2026</a:t>
            </a:r>
            <a:r>
              <a:rPr kumimoji="1" lang="ja-JP" altLang="en-US" sz="2400" b="1" dirty="0"/>
              <a:t>年</a:t>
            </a:r>
            <a:r>
              <a:rPr kumimoji="1" lang="en-US" altLang="ja-JP" sz="2400" b="1" dirty="0"/>
              <a:t>9</a:t>
            </a:r>
            <a:r>
              <a:rPr kumimoji="1" lang="ja-JP" altLang="en-US" sz="2400" b="1" dirty="0"/>
              <a:t>月</a:t>
            </a:r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B46295-15C4-6D83-FECF-95ECF909579D}"/>
              </a:ext>
            </a:extLst>
          </p:cNvPr>
          <p:cNvSpPr txBox="1"/>
          <p:nvPr/>
        </p:nvSpPr>
        <p:spPr>
          <a:xfrm>
            <a:off x="239841" y="9625116"/>
            <a:ext cx="31929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説明者</a:t>
            </a:r>
            <a:r>
              <a:rPr kumimoji="1" lang="ja-JP" altLang="en-US" sz="2800" b="1" dirty="0"/>
              <a:t>｜○○○○</a:t>
            </a:r>
            <a:endParaRPr kumimoji="1" lang="en-US" altLang="ja-JP" sz="2800" b="1" dirty="0"/>
          </a:p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D5DD62-B1F5-D6A9-D520-5ACACC9F8CD4}"/>
              </a:ext>
            </a:extLst>
          </p:cNvPr>
          <p:cNvSpPr txBox="1"/>
          <p:nvPr/>
        </p:nvSpPr>
        <p:spPr>
          <a:xfrm>
            <a:off x="239841" y="10066202"/>
            <a:ext cx="4535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連絡先｜○○＠</a:t>
            </a:r>
            <a:r>
              <a:rPr kumimoji="1" lang="en-US" altLang="ja-JP" sz="2400" b="1" dirty="0"/>
              <a:t>gmail.com</a:t>
            </a:r>
            <a:endParaRPr kumimoji="1" lang="ja-JP" altLang="en-US" sz="2400" b="1" dirty="0"/>
          </a:p>
          <a:p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0F05F24-519C-B51F-7A28-C9DA8DA38825}"/>
              </a:ext>
            </a:extLst>
          </p:cNvPr>
          <p:cNvSpPr/>
          <p:nvPr/>
        </p:nvSpPr>
        <p:spPr>
          <a:xfrm>
            <a:off x="5816184" y="7480092"/>
            <a:ext cx="1263808" cy="11681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4154D2-8C2F-C920-1D7A-FB1E72368052}"/>
              </a:ext>
            </a:extLst>
          </p:cNvPr>
          <p:cNvSpPr txBox="1"/>
          <p:nvPr/>
        </p:nvSpPr>
        <p:spPr>
          <a:xfrm>
            <a:off x="6133838" y="7680785"/>
            <a:ext cx="734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QR</a:t>
            </a:r>
            <a:r>
              <a:rPr kumimoji="1" lang="ja-JP" altLang="en-US" dirty="0"/>
              <a:t>コード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67E424B-41A5-8E2F-B455-37ED221FE610}"/>
              </a:ext>
            </a:extLst>
          </p:cNvPr>
          <p:cNvSpPr txBox="1"/>
          <p:nvPr/>
        </p:nvSpPr>
        <p:spPr>
          <a:xfrm>
            <a:off x="882101" y="462543"/>
            <a:ext cx="6480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u="sng" dirty="0"/>
              <a:t>なりたい自分へ全力疾走！</a:t>
            </a:r>
          </a:p>
        </p:txBody>
      </p:sp>
    </p:spTree>
    <p:extLst>
      <p:ext uri="{BB962C8B-B14F-4D97-AF65-F5344CB8AC3E}">
        <p14:creationId xmlns:p14="http://schemas.microsoft.com/office/powerpoint/2010/main" val="284361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115</Words>
  <Application>Microsoft Office PowerPoint</Application>
  <PresentationFormat>ユーザー設定</PresentationFormat>
  <Paragraphs>23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事務局 キッズロボ</dc:creator>
  <cp:lastModifiedBy>事務局 キッズロボ</cp:lastModifiedBy>
  <cp:revision>1</cp:revision>
  <dcterms:created xsi:type="dcterms:W3CDTF">2026-05-27T02:15:40Z</dcterms:created>
  <dcterms:modified xsi:type="dcterms:W3CDTF">2026-05-27T04:39:13Z</dcterms:modified>
</cp:coreProperties>
</file>