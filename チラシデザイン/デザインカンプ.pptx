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D2E1"/>
    <a:srgbClr val="FF5050"/>
    <a:srgbClr val="FD5D5D"/>
    <a:srgbClr val="82FB51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6EFC09-FF48-4B51-BA3D-A6F552950C0A}" v="31" dt="2026-06-04T05:50:37.7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66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6290A-339F-47A3-ADA8-FD722CEEE2DE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B065E-DDC8-4E32-82B3-3AD9312B4C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0404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6290A-339F-47A3-ADA8-FD722CEEE2DE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B065E-DDC8-4E32-82B3-3AD9312B4C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8925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6290A-339F-47A3-ADA8-FD722CEEE2DE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B065E-DDC8-4E32-82B3-3AD9312B4C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4201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6290A-339F-47A3-ADA8-FD722CEEE2DE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B065E-DDC8-4E32-82B3-3AD9312B4C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7892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6290A-339F-47A3-ADA8-FD722CEEE2DE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B065E-DDC8-4E32-82B3-3AD9312B4C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0341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6290A-339F-47A3-ADA8-FD722CEEE2DE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B065E-DDC8-4E32-82B3-3AD9312B4C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7780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6290A-339F-47A3-ADA8-FD722CEEE2DE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B065E-DDC8-4E32-82B3-3AD9312B4C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3515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6290A-339F-47A3-ADA8-FD722CEEE2DE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B065E-DDC8-4E32-82B3-3AD9312B4C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4489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6290A-339F-47A3-ADA8-FD722CEEE2DE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B065E-DDC8-4E32-82B3-3AD9312B4C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478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6290A-339F-47A3-ADA8-FD722CEEE2DE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B065E-DDC8-4E32-82B3-3AD9312B4C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543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6290A-339F-47A3-ADA8-FD722CEEE2DE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B065E-DDC8-4E32-82B3-3AD9312B4C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6796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C6290A-339F-47A3-ADA8-FD722CEEE2DE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EB065E-DDC8-4E32-82B3-3AD9312B4C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4161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kumimoji="1"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kumimoji="1"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図 22">
            <a:extLst>
              <a:ext uri="{FF2B5EF4-FFF2-40B4-BE49-F238E27FC236}">
                <a16:creationId xmlns:a16="http://schemas.microsoft.com/office/drawing/2014/main" id="{2D4C64D1-B6E1-9B40-7437-F8486F614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836" y="832499"/>
            <a:ext cx="3779836" cy="2893180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49993D18-ADEE-377A-A877-D34254613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30997"/>
            <a:ext cx="3779836" cy="2894682"/>
          </a:xfrm>
          <a:prstGeom prst="rect">
            <a:avLst/>
          </a:prstGeom>
        </p:spPr>
      </p:pic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D58AF6DB-6104-1C01-E209-F5DC8E740819}"/>
              </a:ext>
            </a:extLst>
          </p:cNvPr>
          <p:cNvSpPr/>
          <p:nvPr/>
        </p:nvSpPr>
        <p:spPr>
          <a:xfrm>
            <a:off x="0" y="0"/>
            <a:ext cx="7559675" cy="830997"/>
          </a:xfrm>
          <a:prstGeom prst="rect">
            <a:avLst/>
          </a:prstGeom>
          <a:solidFill>
            <a:srgbClr val="FF0000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E2E16FA6-B4E1-871F-4202-73765F9AD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641" y="144035"/>
            <a:ext cx="2695575" cy="552450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309D9430-D271-AF2B-3BC2-C490999094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334" y="144035"/>
            <a:ext cx="2171700" cy="542925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9F29AC7-AF14-B0B0-4DA2-DE18885CE3AC}"/>
              </a:ext>
            </a:extLst>
          </p:cNvPr>
          <p:cNvSpPr txBox="1"/>
          <p:nvPr/>
        </p:nvSpPr>
        <p:spPr>
          <a:xfrm>
            <a:off x="1804715" y="1453106"/>
            <a:ext cx="4056440" cy="101566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sz="6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小学生向け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03090B2-06B1-4985-837C-46D78C1977C3}"/>
              </a:ext>
            </a:extLst>
          </p:cNvPr>
          <p:cNvSpPr txBox="1"/>
          <p:nvPr/>
        </p:nvSpPr>
        <p:spPr>
          <a:xfrm>
            <a:off x="364627" y="2420433"/>
            <a:ext cx="7036229" cy="8309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ja-JP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プログラミング無料体験</a:t>
            </a:r>
            <a:endParaRPr kumimoji="1" lang="ja-JP" alt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03CE412D-3237-45AB-9D69-006E0E902A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0" y="3724177"/>
            <a:ext cx="3779833" cy="2894682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BCC69093-FDFD-4950-86B9-21C9D012C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9831" y="3725679"/>
            <a:ext cx="3779833" cy="2893180"/>
          </a:xfrm>
          <a:prstGeom prst="rect">
            <a:avLst/>
          </a:prstGeom>
        </p:spPr>
      </p:pic>
      <p:sp>
        <p:nvSpPr>
          <p:cNvPr id="29" name="四角形: 上の 2 つの角を丸める 28">
            <a:extLst>
              <a:ext uri="{FF2B5EF4-FFF2-40B4-BE49-F238E27FC236}">
                <a16:creationId xmlns:a16="http://schemas.microsoft.com/office/drawing/2014/main" id="{5D36DE7E-BB6C-102D-3500-83F9EAC02995}"/>
              </a:ext>
            </a:extLst>
          </p:cNvPr>
          <p:cNvSpPr/>
          <p:nvPr/>
        </p:nvSpPr>
        <p:spPr>
          <a:xfrm>
            <a:off x="142264" y="6743888"/>
            <a:ext cx="2312726" cy="2478143"/>
          </a:xfrm>
          <a:prstGeom prst="round2Same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四角形: 上の 2 つの角を丸める 29">
            <a:extLst>
              <a:ext uri="{FF2B5EF4-FFF2-40B4-BE49-F238E27FC236}">
                <a16:creationId xmlns:a16="http://schemas.microsoft.com/office/drawing/2014/main" id="{5B9819D2-0F21-91A8-717E-6BF8ED8EA50E}"/>
              </a:ext>
            </a:extLst>
          </p:cNvPr>
          <p:cNvSpPr/>
          <p:nvPr/>
        </p:nvSpPr>
        <p:spPr>
          <a:xfrm>
            <a:off x="2595609" y="6743889"/>
            <a:ext cx="2312726" cy="2478143"/>
          </a:xfrm>
          <a:prstGeom prst="round2Same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1" name="四角形: 上の 2 つの角を丸める 30">
            <a:extLst>
              <a:ext uri="{FF2B5EF4-FFF2-40B4-BE49-F238E27FC236}">
                <a16:creationId xmlns:a16="http://schemas.microsoft.com/office/drawing/2014/main" id="{A37D02FC-51CE-3D21-F631-5C2EC33E182F}"/>
              </a:ext>
            </a:extLst>
          </p:cNvPr>
          <p:cNvSpPr/>
          <p:nvPr/>
        </p:nvSpPr>
        <p:spPr>
          <a:xfrm>
            <a:off x="5048955" y="6743889"/>
            <a:ext cx="2368456" cy="2478142"/>
          </a:xfrm>
          <a:prstGeom prst="round2Same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6DB0C550-1E1C-B89D-8FEA-DB717BD71DFC}"/>
              </a:ext>
            </a:extLst>
          </p:cNvPr>
          <p:cNvSpPr/>
          <p:nvPr/>
        </p:nvSpPr>
        <p:spPr>
          <a:xfrm>
            <a:off x="0" y="9368851"/>
            <a:ext cx="7559666" cy="132296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9BE8E42F-C1FD-A019-AE84-D33A3B1587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82241" y="7894321"/>
            <a:ext cx="2153920" cy="1249679"/>
          </a:xfrm>
          <a:prstGeom prst="rect">
            <a:avLst/>
          </a:prstGeom>
        </p:spPr>
      </p:pic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79736E11-FD73-AC3C-8ED1-91DD54839785}"/>
              </a:ext>
            </a:extLst>
          </p:cNvPr>
          <p:cNvSpPr txBox="1"/>
          <p:nvPr/>
        </p:nvSpPr>
        <p:spPr>
          <a:xfrm>
            <a:off x="2911031" y="6977293"/>
            <a:ext cx="21539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ja-JP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プログラミング</a:t>
            </a:r>
            <a:endParaRPr lang="en-US" altLang="ja-JP" sz="20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ja-JP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身につく！</a:t>
            </a:r>
            <a:endParaRPr kumimoji="1" lang="ja-JP" altLang="en-US" sz="20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40" name="図 39">
            <a:extLst>
              <a:ext uri="{FF2B5EF4-FFF2-40B4-BE49-F238E27FC236}">
                <a16:creationId xmlns:a16="http://schemas.microsoft.com/office/drawing/2014/main" id="{E8DFDE99-0DEC-4328-A570-42CF16608A9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1667" y="7894321"/>
            <a:ext cx="2153919" cy="1241417"/>
          </a:xfrm>
          <a:prstGeom prst="rect">
            <a:avLst/>
          </a:prstGeom>
        </p:spPr>
      </p:pic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06211E68-4AC4-C103-D426-085758CD62FD}"/>
              </a:ext>
            </a:extLst>
          </p:cNvPr>
          <p:cNvSpPr txBox="1"/>
          <p:nvPr/>
        </p:nvSpPr>
        <p:spPr>
          <a:xfrm>
            <a:off x="347805" y="7061405"/>
            <a:ext cx="23127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ja-JP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ゼロからゲーム</a:t>
            </a:r>
            <a:endParaRPr lang="en-US" altLang="ja-JP" sz="20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ja-JP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作れる</a:t>
            </a:r>
            <a:r>
              <a:rPr lang="ja-JP" altLang="ja-JP" sz="2000" b="1" dirty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！</a:t>
            </a:r>
            <a:endParaRPr kumimoji="1" lang="en-US" altLang="ja-JP" sz="2000" b="1" dirty="0">
              <a:solidFill>
                <a:schemeClr val="bg1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6CE3BA95-4DC2-D4FB-3D73-1C96BC9BB9BB}"/>
              </a:ext>
            </a:extLst>
          </p:cNvPr>
          <p:cNvSpPr txBox="1"/>
          <p:nvPr/>
        </p:nvSpPr>
        <p:spPr>
          <a:xfrm>
            <a:off x="5405755" y="6977293"/>
            <a:ext cx="21539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ja-JP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思考力・解決力</a:t>
            </a:r>
            <a:endParaRPr lang="en-US" altLang="ja-JP" sz="20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ja-JP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育つ</a:t>
            </a:r>
            <a:r>
              <a:rPr lang="ja-JP" altLang="en-US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！</a:t>
            </a:r>
            <a:endParaRPr kumimoji="1" lang="ja-JP" altLang="en-US" sz="20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2A685B41-25D3-F3BF-049C-4CD503D36AA0}"/>
              </a:ext>
            </a:extLst>
          </p:cNvPr>
          <p:cNvSpPr txBox="1"/>
          <p:nvPr/>
        </p:nvSpPr>
        <p:spPr>
          <a:xfrm>
            <a:off x="140751" y="6693992"/>
            <a:ext cx="3684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200" dirty="0">
                <a:ln w="76200">
                  <a:solidFill>
                    <a:schemeClr val="tx1"/>
                  </a:solidFill>
                </a:ln>
                <a:effectLst/>
              </a:rPr>
              <a:t>1</a:t>
            </a:r>
            <a:endParaRPr kumimoji="1" lang="ja-JP" altLang="en-US" sz="7200" dirty="0">
              <a:ln w="76200">
                <a:solidFill>
                  <a:schemeClr val="tx1"/>
                </a:solidFill>
              </a:ln>
              <a:effectLst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60EF2335-7348-25A8-B844-075460BEE75A}"/>
              </a:ext>
            </a:extLst>
          </p:cNvPr>
          <p:cNvSpPr txBox="1"/>
          <p:nvPr/>
        </p:nvSpPr>
        <p:spPr>
          <a:xfrm>
            <a:off x="2578646" y="6743888"/>
            <a:ext cx="44500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600" b="1" dirty="0">
                <a:ln w="76200">
                  <a:solidFill>
                    <a:schemeClr val="tx1"/>
                  </a:solidFill>
                </a:ln>
              </a:rPr>
              <a:t>2</a:t>
            </a:r>
            <a:endParaRPr kumimoji="1" lang="ja-JP" altLang="en-US" sz="6600" b="1" dirty="0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90DC1E85-79ED-46BA-0469-54A32956A539}"/>
              </a:ext>
            </a:extLst>
          </p:cNvPr>
          <p:cNvSpPr txBox="1"/>
          <p:nvPr/>
        </p:nvSpPr>
        <p:spPr>
          <a:xfrm>
            <a:off x="5086661" y="6736138"/>
            <a:ext cx="54877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600" b="1" dirty="0">
                <a:ln w="76200">
                  <a:solidFill>
                    <a:schemeClr val="tx1"/>
                  </a:solidFill>
                </a:ln>
              </a:rPr>
              <a:t>3</a:t>
            </a:r>
            <a:endParaRPr kumimoji="1" lang="ja-JP" altLang="en-US" sz="6600" b="1" dirty="0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80D87238-AC0B-5B87-3FFB-FEA2FA06C669}"/>
              </a:ext>
            </a:extLst>
          </p:cNvPr>
          <p:cNvSpPr txBox="1"/>
          <p:nvPr/>
        </p:nvSpPr>
        <p:spPr>
          <a:xfrm>
            <a:off x="3670068" y="9361541"/>
            <a:ext cx="51172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場所：〇〇〇〇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D629A4BC-A515-8821-E6F7-81525945EC83}"/>
              </a:ext>
            </a:extLst>
          </p:cNvPr>
          <p:cNvSpPr txBox="1"/>
          <p:nvPr/>
        </p:nvSpPr>
        <p:spPr>
          <a:xfrm>
            <a:off x="3670069" y="9757923"/>
            <a:ext cx="5117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時間：〇曜日　</a:t>
            </a:r>
            <a:r>
              <a:rPr kumimoji="1" lang="en-US" altLang="ja-JP" sz="2400" b="1" dirty="0"/>
              <a:t>00:00~00:00</a:t>
            </a:r>
            <a:endParaRPr kumimoji="1" lang="ja-JP" altLang="en-US" sz="2400" b="1" dirty="0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3FF57A88-0206-A053-FB60-8F4FE61829FB}"/>
              </a:ext>
            </a:extLst>
          </p:cNvPr>
          <p:cNvSpPr txBox="1"/>
          <p:nvPr/>
        </p:nvSpPr>
        <p:spPr>
          <a:xfrm>
            <a:off x="3751972" y="10107037"/>
            <a:ext cx="3943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latin typeface="+mn-ea"/>
              </a:rPr>
              <a:t>℡</a:t>
            </a:r>
            <a:r>
              <a:rPr kumimoji="1" lang="en-US" altLang="ja-JP" sz="3200" b="1" dirty="0">
                <a:latin typeface="+mn-ea"/>
              </a:rPr>
              <a:t>.000-0000-0000</a:t>
            </a:r>
            <a:endParaRPr kumimoji="1" lang="ja-JP" altLang="en-US" sz="3200" b="1" dirty="0">
              <a:latin typeface="+mn-ea"/>
            </a:endParaRPr>
          </a:p>
        </p:txBody>
      </p:sp>
      <p:pic>
        <p:nvPicPr>
          <p:cNvPr id="52" name="図 51">
            <a:extLst>
              <a:ext uri="{FF2B5EF4-FFF2-40B4-BE49-F238E27FC236}">
                <a16:creationId xmlns:a16="http://schemas.microsoft.com/office/drawing/2014/main" id="{564CDEB1-9DFF-FCFC-E660-29B97CDF9D7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57031" y="4961769"/>
            <a:ext cx="4360380" cy="1490538"/>
          </a:xfrm>
          <a:prstGeom prst="rect">
            <a:avLst/>
          </a:prstGeom>
        </p:spPr>
      </p:pic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CE28B276-C77C-5DFA-2E48-81F566761911}"/>
              </a:ext>
            </a:extLst>
          </p:cNvPr>
          <p:cNvSpPr/>
          <p:nvPr/>
        </p:nvSpPr>
        <p:spPr>
          <a:xfrm>
            <a:off x="2524337" y="9496034"/>
            <a:ext cx="1108725" cy="10685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C051A054-862A-CBB6-6821-36049C21F81E}"/>
              </a:ext>
            </a:extLst>
          </p:cNvPr>
          <p:cNvSpPr txBox="1"/>
          <p:nvPr/>
        </p:nvSpPr>
        <p:spPr>
          <a:xfrm>
            <a:off x="2231319" y="9682259"/>
            <a:ext cx="1651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solidFill>
                  <a:schemeClr val="bg1"/>
                </a:solidFill>
              </a:rPr>
              <a:t>QR</a:t>
            </a:r>
          </a:p>
          <a:p>
            <a:pPr algn="ctr"/>
            <a:r>
              <a:rPr kumimoji="1" lang="ja-JP" altLang="en-US" dirty="0">
                <a:solidFill>
                  <a:schemeClr val="bg1"/>
                </a:solidFill>
              </a:rPr>
              <a:t>コード</a:t>
            </a: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08A0F02E-535D-38C2-B303-7CD7FE71CAF3}"/>
              </a:ext>
            </a:extLst>
          </p:cNvPr>
          <p:cNvSpPr txBox="1"/>
          <p:nvPr/>
        </p:nvSpPr>
        <p:spPr>
          <a:xfrm>
            <a:off x="-68070" y="9431173"/>
            <a:ext cx="3602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>
                <a:ln>
                  <a:solidFill>
                    <a:schemeClr val="bg1"/>
                  </a:solidFill>
                </a:ln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まずはおためしで</a:t>
            </a: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0E5268E0-A016-834C-3EB0-130B90F1BDED}"/>
              </a:ext>
            </a:extLst>
          </p:cNvPr>
          <p:cNvSpPr txBox="1"/>
          <p:nvPr/>
        </p:nvSpPr>
        <p:spPr>
          <a:xfrm>
            <a:off x="407982" y="9773985"/>
            <a:ext cx="37405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n w="12700">
                  <a:solidFill>
                    <a:srgbClr val="FF0000"/>
                  </a:solidFill>
                </a:ln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無料体験！</a:t>
            </a: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3E836EC2-8DAC-F34B-896B-64F41613C0A6}"/>
              </a:ext>
            </a:extLst>
          </p:cNvPr>
          <p:cNvSpPr txBox="1"/>
          <p:nvPr/>
        </p:nvSpPr>
        <p:spPr>
          <a:xfrm>
            <a:off x="-62343" y="10227585"/>
            <a:ext cx="2988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お申し込みはこちら➡</a:t>
            </a:r>
          </a:p>
        </p:txBody>
      </p:sp>
    </p:spTree>
    <p:extLst>
      <p:ext uri="{BB962C8B-B14F-4D97-AF65-F5344CB8AC3E}">
        <p14:creationId xmlns:p14="http://schemas.microsoft.com/office/powerpoint/2010/main" val="3185918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801D45-443E-1D57-2FAD-4B6C9024D6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F12D832-8B99-36FF-F2EA-70F1D6C50B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6641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247</TotalTime>
  <Words>46</Words>
  <Application>Microsoft Office PowerPoint</Application>
  <PresentationFormat>ユーザー設定</PresentationFormat>
  <Paragraphs>19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9" baseType="lpstr">
      <vt:lpstr>BIZ UDPゴシック</vt:lpstr>
      <vt:lpstr>HGP創英角ｺﾞｼｯｸUB</vt:lpstr>
      <vt:lpstr>HGS創英角ﾎﾟｯﾌﾟ体</vt:lpstr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事務局 キッズロボ</dc:creator>
  <cp:lastModifiedBy>事務局 キッズロボ</cp:lastModifiedBy>
  <cp:revision>2</cp:revision>
  <dcterms:created xsi:type="dcterms:W3CDTF">2026-06-04T01:50:24Z</dcterms:created>
  <dcterms:modified xsi:type="dcterms:W3CDTF">2026-06-04T05:57:55Z</dcterms:modified>
</cp:coreProperties>
</file>